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46" r:id="rId2"/>
    <p:sldId id="354" r:id="rId3"/>
    <p:sldId id="347" r:id="rId4"/>
    <p:sldId id="348" r:id="rId5"/>
    <p:sldId id="349" r:id="rId6"/>
    <p:sldId id="350" r:id="rId7"/>
    <p:sldId id="355" r:id="rId8"/>
    <p:sldId id="356" r:id="rId9"/>
    <p:sldId id="352" r:id="rId10"/>
    <p:sldId id="357" r:id="rId11"/>
    <p:sldId id="35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4"/>
  </p:normalViewPr>
  <p:slideViewPr>
    <p:cSldViewPr snapToGrid="0">
      <p:cViewPr varScale="1">
        <p:scale>
          <a:sx n="96" d="100"/>
          <a:sy n="96" d="100"/>
        </p:scale>
        <p:origin x="9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F495-25D7-974E-8942-5300ADB0351F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418D-4D2E-E049-9D4C-BB32AF6520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4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4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13901-F756-67B2-1510-F98509EFB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BC6B91-C3F4-9E35-C230-2D192ACCF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EDD99-8963-3826-55C3-F3A9195C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66AEA-F82C-A1AB-6CEA-633C262F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3B539-D2EE-1FA4-F65A-A3B3BECA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40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D675-6DC4-34F3-1E61-BD8963AE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A4678-8589-3B47-0F5F-E3B20ADA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32B91-9513-761B-FF58-7E47C7FE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9CDDC-CDC7-6F66-88CE-A75DFC8B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5CB75-3B06-BC16-510C-945BFDCD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13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6056A-7B28-B1CF-7482-47D5FB47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141E8-7C65-43DB-DCC4-4DC76FC50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5B5DFF-BC64-0D4A-2306-6822F8DA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332BF-D90A-6E7C-59A8-C932E546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EF776-3D23-BB0C-5523-963916B8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466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32E03-FC5C-1917-8612-92A24F41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91BAE-EB67-4AA7-E62C-9CC393587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AD9EC3-A277-7788-B341-E5B5A15E2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29C60C-269D-F83F-92C5-7EEA91B6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8F77C-6CCE-4A58-584C-1180DCB3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EB8F3E-6A6A-F563-CEE8-B4041177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757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D069E-6260-8EF7-AF49-557C061D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F375C-35AB-342E-ED80-5DDE6C3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C566F7-C086-AEC4-4669-975D68D1B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2941B4-CBC3-438E-6035-C55943AB1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49177B-FC10-5E6A-D50D-543E8EEAD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522377-DF53-B6A5-9258-147FD275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2E4D9B-105F-E869-2962-66CB978B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BB2570-4AEB-CAFF-6AB9-51EA557E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12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9A4DB-984D-850D-95D5-07366D19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1A777A-42F7-5CAE-448B-06E5FE5E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26019-A7E2-30B7-2BB3-B0B7762C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7B7103-5B42-3821-1658-29D1B6C6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67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92A74-2A8B-E4C1-A5F2-40A8E2D8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05E873-9A56-745D-7F47-33636485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DE7EA-52AC-5926-4DA9-7A7C38EE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028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B6B23-D601-CE23-FDFD-7BA6A43F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7B436-B57A-80F7-FD1A-9A89D8B8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842299-8404-831F-EFC9-36C3D29F6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1B8D9-A4BF-E762-D042-7AEB76EB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46060A-3997-7455-1410-8D9C7C1B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487C48-24B0-5C51-CDD4-8226FD3B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554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7C975-FB0C-1299-A0A8-40D8E391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4F6C4C-85EF-D041-CD81-9C2F3F129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73FC4A-1D5A-7DDB-3C75-9447B7CFC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F35AC-35ED-551D-C168-65BE21CD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E6799F-C352-258B-D078-532072D7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90D1B-D80F-972B-4175-98C4A7C4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92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A015B-1949-ECA0-3C25-D883D787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D29E5-4A9C-D8D3-8344-4525C512F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18590-B9B8-A3D0-A975-2B488EEE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EF249-E21D-4A86-B2B1-BE58BC8A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C90C6-31C1-2054-C05D-533B2FB6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47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62A479-C0F1-A41B-4412-E61A60743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86D2F9-EF16-431F-FBD1-CE34A8F1A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FD39E3-C340-841C-5DB3-C72ACB3A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59D23D-FC75-7326-1124-2E549EA4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655E3-5C7A-4C37-F3A0-C2DEA7C5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2264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508B2FCD-4C71-E62B-18C7-D9768A142F6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83219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8B2FCD-4C71-E62B-18C7-D9768A142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 anchor="ctr" anchorCtr="0"/>
          <a:lstStyle>
            <a:lvl1pP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2EB9AE-4FB1-4E47-90BA-EAF6D948FEC5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形 1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795" y="478987"/>
            <a:ext cx="218499" cy="290868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772795" y="882650"/>
            <a:ext cx="903795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838200" y="1368425"/>
            <a:ext cx="10220960" cy="4502785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6604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8B57D1-837C-0C9B-5792-120632A7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439564-BA96-99B8-71CD-57B59E021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B791B-078D-E379-A36F-867B6C6FA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3F9BF-FE5F-E647-B8EF-D6CA817AF965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6A105-92CA-B23E-BDA9-C2D714B30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DE1BE-4B9B-74B6-4478-72C80B60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FAA36-5988-8A4E-9651-57B2390236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27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080" imgH="5080" progId="TCLayout.ActiveDocument.1">
                  <p:embed/>
                </p:oleObj>
              </mc:Choice>
              <mc:Fallback>
                <p:oleObj name="think-cell 幻灯片" r:id="rId4" imgW="5080" imgH="5080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{{slide_01_title}}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A16860-912C-1E91-4BA6-9FD5101F8D50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{{slide_01_takeaway}}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1032B1-6BB3-40F7-91A4-4D345240F11A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353E39-AB5C-1AF5-2AF5-5291871EA3D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{{slide_01_source_footer}}</a:t>
            </a:r>
            <a:endParaRPr lang="en-US" sz="65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51EBA39-90CE-41CF-22CF-FE6EEEF8B671}"/>
              </a:ext>
            </a:extLst>
          </p:cNvPr>
          <p:cNvSpPr/>
          <p:nvPr/>
        </p:nvSpPr>
        <p:spPr>
          <a:xfrm>
            <a:off x="786384" y="1426464"/>
            <a:ext cx="2761488" cy="46451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6917274-B700-C6DE-3333-67579963644B}"/>
              </a:ext>
            </a:extLst>
          </p:cNvPr>
          <p:cNvSpPr/>
          <p:nvPr/>
        </p:nvSpPr>
        <p:spPr>
          <a:xfrm>
            <a:off x="877824" y="14813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68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5918FBE-3424-E771-1C5D-800B10C1FD4D}"/>
              </a:ext>
            </a:extLst>
          </p:cNvPr>
          <p:cNvSpPr/>
          <p:nvPr/>
        </p:nvSpPr>
        <p:spPr>
          <a:xfrm>
            <a:off x="786384" y="1426464"/>
            <a:ext cx="276148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0DE879E-B1C2-2479-552F-71A3EEE665CD}"/>
              </a:ext>
            </a:extLst>
          </p:cNvPr>
          <p:cNvSpPr/>
          <p:nvPr/>
        </p:nvSpPr>
        <p:spPr>
          <a:xfrm>
            <a:off x="896112" y="1655064"/>
            <a:ext cx="254203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{{slide_01_bullet_1}}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{{slide_01_bullet_2}}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{{slide_01_bullet_3}}</a:t>
            </a:r>
            <a:endParaRPr lang="en-US" sz="10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6AC5E40-B117-AEEC-41F4-43E05CD825B3}"/>
              </a:ext>
            </a:extLst>
          </p:cNvPr>
          <p:cNvSpPr/>
          <p:nvPr/>
        </p:nvSpPr>
        <p:spPr>
          <a:xfrm>
            <a:off x="3675888" y="1426464"/>
            <a:ext cx="7827264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23170574-2237-3780-D034-124BAB51B2CC}"/>
              </a:ext>
            </a:extLst>
          </p:cNvPr>
          <p:cNvSpPr/>
          <p:nvPr/>
        </p:nvSpPr>
        <p:spPr>
          <a:xfrm>
            <a:off x="3767328" y="1481328"/>
            <a:ext cx="7644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/ VISUAL</a:t>
            </a:r>
            <a:endParaRPr lang="en-US" sz="680" dirty="0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5956F172-105C-D483-D3D5-3F53570C2212}"/>
              </a:ext>
            </a:extLst>
          </p:cNvPr>
          <p:cNvSpPr/>
          <p:nvPr/>
        </p:nvSpPr>
        <p:spPr>
          <a:xfrm>
            <a:off x="3675888" y="1426464"/>
            <a:ext cx="782726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62C9A369-7B9C-66D4-7D1A-FE527871F7BE}"/>
              </a:ext>
            </a:extLst>
          </p:cNvPr>
          <p:cNvSpPr/>
          <p:nvPr/>
        </p:nvSpPr>
        <p:spPr>
          <a:xfrm>
            <a:off x="3785616" y="1655064"/>
            <a:ext cx="7607808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{{slide_01_chart_title}}</a:t>
            </a:r>
            <a:endParaRPr lang="en-US" sz="1000" dirty="0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021F612A-D0E9-DBEF-C1AE-5A31B6820690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industry_overview</a:t>
            </a:r>
            <a:endParaRPr lang="en-US" sz="700" dirty="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C5BB1869-2032-E5A4-2163-31C3C53BF961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F071475-4379-CA59-3E07-D679A647E33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THESIS_SUMMARY_PAGE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8FAE-C2F3-7472-A318-5C340BA7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E4DFA3A-62B7-FB60-FE9E-EA5BFF1D5323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4DFA3A-62B7-FB60-FE9E-EA5BFF1D53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92D4432-CA25-EE29-D458-EFE9C8E8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{{slide_02a_title}}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A9129D-DBC1-AD3E-247D-63CC326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03DCD2-2A66-4C1E-CA46-E2F14D562D89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334668CB-F971-2B54-3FA8-D8BA5ADB329D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784E5B96-3583-2253-7E7A-8E93F02E46FB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{{slide_02a_source_footer}}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28931A5D-46E3-625D-0C93-3CA76884C899}"/>
              </a:ext>
            </a:extLst>
          </p:cNvPr>
          <p:cNvSpPr/>
          <p:nvPr/>
        </p:nvSpPr>
        <p:spPr>
          <a:xfrm>
            <a:off x="786384" y="1426464"/>
            <a:ext cx="498348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734255D-FE55-14D2-39A0-ABB3930C4FF4}"/>
              </a:ext>
            </a:extLst>
          </p:cNvPr>
          <p:cNvSpPr/>
          <p:nvPr/>
        </p:nvSpPr>
        <p:spPr>
          <a:xfrm>
            <a:off x="877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CHART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AF6D3A44-4AEB-1353-7F35-909EDDFA05D4}"/>
              </a:ext>
            </a:extLst>
          </p:cNvPr>
          <p:cNvSpPr/>
          <p:nvPr/>
        </p:nvSpPr>
        <p:spPr>
          <a:xfrm>
            <a:off x="786384" y="1426464"/>
            <a:ext cx="498348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C0EB1950-8F31-B834-6AC0-440FADA86360}"/>
              </a:ext>
            </a:extLst>
          </p:cNvPr>
          <p:cNvSpPr/>
          <p:nvPr/>
        </p:nvSpPr>
        <p:spPr>
          <a:xfrm>
            <a:off x="896112" y="1655064"/>
            <a:ext cx="476402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{{slide_02a_chart_title}}</a:t>
            </a:r>
            <a:endParaRPr lang="en-US" sz="1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3CCCDE54-7840-EE75-658A-ED87D29790F5}"/>
              </a:ext>
            </a:extLst>
          </p:cNvPr>
          <p:cNvSpPr/>
          <p:nvPr/>
        </p:nvSpPr>
        <p:spPr>
          <a:xfrm>
            <a:off x="5925312" y="1426464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A49EA3B2-28C9-A80C-FC12-CFE6865E1259}"/>
              </a:ext>
            </a:extLst>
          </p:cNvPr>
          <p:cNvSpPr/>
          <p:nvPr/>
        </p:nvSpPr>
        <p:spPr>
          <a:xfrm>
            <a:off x="6016752" y="14813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68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F98A8F89-2341-5885-3818-45925864EBC8}"/>
              </a:ext>
            </a:extLst>
          </p:cNvPr>
          <p:cNvSpPr/>
          <p:nvPr/>
        </p:nvSpPr>
        <p:spPr>
          <a:xfrm>
            <a:off x="5925312" y="1426464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8D0245F4-00F9-5CEC-E0F1-79679FE3FA53}"/>
              </a:ext>
            </a:extLst>
          </p:cNvPr>
          <p:cNvSpPr/>
          <p:nvPr/>
        </p:nvSpPr>
        <p:spPr>
          <a:xfrm>
            <a:off x="6035040" y="1655064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{{slide_02a_bullet_1}}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49CFF09-C4A3-B4FB-61C0-02C92595B788}"/>
              </a:ext>
            </a:extLst>
          </p:cNvPr>
          <p:cNvSpPr/>
          <p:nvPr/>
        </p:nvSpPr>
        <p:spPr>
          <a:xfrm>
            <a:off x="5925312" y="3047492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18B1CA0-B706-F22F-E815-B0C664BC4A64}"/>
              </a:ext>
            </a:extLst>
          </p:cNvPr>
          <p:cNvSpPr/>
          <p:nvPr/>
        </p:nvSpPr>
        <p:spPr>
          <a:xfrm>
            <a:off x="6016752" y="31023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68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F699CBC-B3C7-6EAF-279E-FEE0792C1969}"/>
              </a:ext>
            </a:extLst>
          </p:cNvPr>
          <p:cNvSpPr/>
          <p:nvPr/>
        </p:nvSpPr>
        <p:spPr>
          <a:xfrm>
            <a:off x="5925312" y="3047492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DF1F991-9A1B-44B8-ABF7-86DBB129429E}"/>
              </a:ext>
            </a:extLst>
          </p:cNvPr>
          <p:cNvSpPr/>
          <p:nvPr/>
        </p:nvSpPr>
        <p:spPr>
          <a:xfrm>
            <a:off x="6035040" y="3276092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{{slide_02a_bullet_2}}</a:t>
            </a:r>
            <a:endParaRPr lang="en-US" sz="10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94B49EF-CCD3-3FB6-A218-641AE949DF39}"/>
              </a:ext>
            </a:extLst>
          </p:cNvPr>
          <p:cNvSpPr/>
          <p:nvPr/>
        </p:nvSpPr>
        <p:spPr>
          <a:xfrm>
            <a:off x="5925312" y="4681728"/>
            <a:ext cx="192024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C0BBF35-BEE8-20DD-BAC0-39B4602A7C90}"/>
              </a:ext>
            </a:extLst>
          </p:cNvPr>
          <p:cNvSpPr/>
          <p:nvPr/>
        </p:nvSpPr>
        <p:spPr>
          <a:xfrm>
            <a:off x="6016752" y="47365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3</a:t>
            </a:r>
            <a:endParaRPr lang="en-US" sz="68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78957E9-6553-EDE2-963C-C6F479F95435}"/>
              </a:ext>
            </a:extLst>
          </p:cNvPr>
          <p:cNvSpPr/>
          <p:nvPr/>
        </p:nvSpPr>
        <p:spPr>
          <a:xfrm>
            <a:off x="5925312" y="4681728"/>
            <a:ext cx="1920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D914F20-066B-5567-1DBD-EF030DFCD482}"/>
              </a:ext>
            </a:extLst>
          </p:cNvPr>
          <p:cNvSpPr/>
          <p:nvPr/>
        </p:nvSpPr>
        <p:spPr>
          <a:xfrm>
            <a:off x="6035040" y="4910328"/>
            <a:ext cx="17007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{{slide_02a_bullet_3}}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FCA8464-3C44-C8EC-A6EF-C9F235BEDD7B}"/>
              </a:ext>
            </a:extLst>
          </p:cNvPr>
          <p:cNvSpPr/>
          <p:nvPr/>
        </p:nvSpPr>
        <p:spPr>
          <a:xfrm>
            <a:off x="7991856" y="1426464"/>
            <a:ext cx="3511296" cy="4645152"/>
          </a:xfrm>
          <a:prstGeom prst="roundRect">
            <a:avLst>
              <a:gd name="adj" fmla="val 1302"/>
            </a:avLst>
          </a:prstGeom>
          <a:solidFill>
            <a:srgbClr val="FAFAFA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447CA1B-BF81-0B8F-738D-7F0CFE1744F7}"/>
              </a:ext>
            </a:extLst>
          </p:cNvPr>
          <p:cNvSpPr/>
          <p:nvPr/>
        </p:nvSpPr>
        <p:spPr>
          <a:xfrm>
            <a:off x="7991856" y="1426464"/>
            <a:ext cx="3511296" cy="4645152"/>
          </a:xfrm>
          <a:prstGeom prst="roundRect">
            <a:avLst>
              <a:gd name="adj" fmla="val 1302"/>
            </a:avLst>
          </a:prstGeom>
          <a:solidFill>
            <a:srgbClr val="FAFAFA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endParaRPr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8E30ADE-0710-44D6-9AC8-8BD265547B1E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market_size_segmentation</a:t>
            </a:r>
            <a:endParaRPr lang="en-US" sz="7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9C74B0E9-8BDA-FD28-BF0D-EB8C9BA8087F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B9263BB-C25A-6E5A-E322-2F578AE74530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CHART_PAGE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2611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892C-AE60-BEA0-8CD2-D5F273B6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6">
            <a:extLst>
              <a:ext uri="{FF2B5EF4-FFF2-40B4-BE49-F238E27FC236}">
                <a16:creationId xmlns:a16="http://schemas.microsoft.com/office/drawing/2014/main" id="{E2D69CB0-9BA9-61E2-9361-64D3A4445736}"/>
              </a:ext>
            </a:extLst>
          </p:cNvPr>
          <p:cNvSpPr/>
          <p:nvPr/>
        </p:nvSpPr>
        <p:spPr>
          <a:xfrm>
            <a:off x="5925312" y="1428818"/>
            <a:ext cx="5480304" cy="225253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3DF6DDC-CE24-3CB2-287A-AB6D5137AF34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DF6DDC-CE24-3CB2-287A-AB6D5137AF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6EFCAD3-D285-D288-5407-EB6C156E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{{slide_02b_title}}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D7981C-705C-5953-A796-42BFC8E7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EAEE9D-2F68-B1F6-75E1-8CEFAB4A092B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C262ECEE-112C-1D38-E42A-DCED22B13A08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2CC16BD-3C9B-C468-6BCF-58B06F3EAA0D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{{slide_02b_source_footer}}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E09405DE-78D7-CFFB-5C93-7E0BCDFB0C79}"/>
              </a:ext>
            </a:extLst>
          </p:cNvPr>
          <p:cNvSpPr/>
          <p:nvPr/>
        </p:nvSpPr>
        <p:spPr>
          <a:xfrm>
            <a:off x="786384" y="1426464"/>
            <a:ext cx="498348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11B458C6-48C2-0D68-6E1C-EA5132C1121E}"/>
              </a:ext>
            </a:extLst>
          </p:cNvPr>
          <p:cNvSpPr/>
          <p:nvPr/>
        </p:nvSpPr>
        <p:spPr>
          <a:xfrm>
            <a:off x="877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CHART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2AE3E0DE-AF64-F4B4-E6CE-6F269DAEFEA8}"/>
              </a:ext>
            </a:extLst>
          </p:cNvPr>
          <p:cNvSpPr/>
          <p:nvPr/>
        </p:nvSpPr>
        <p:spPr>
          <a:xfrm>
            <a:off x="786384" y="1426464"/>
            <a:ext cx="498348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19EB294F-3070-7A17-24C1-F6FC3CBA931E}"/>
              </a:ext>
            </a:extLst>
          </p:cNvPr>
          <p:cNvSpPr/>
          <p:nvPr/>
        </p:nvSpPr>
        <p:spPr>
          <a:xfrm>
            <a:off x="896112" y="1655064"/>
            <a:ext cx="476402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{{slide_02b_chart_title}}</a:t>
            </a:r>
            <a:endParaRPr lang="en-US" sz="1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B6074271-2A9E-3FCE-1BD8-6023834F1D4D}"/>
              </a:ext>
            </a:extLst>
          </p:cNvPr>
          <p:cNvSpPr/>
          <p:nvPr/>
        </p:nvSpPr>
        <p:spPr>
          <a:xfrm>
            <a:off x="5925312" y="3809999"/>
            <a:ext cx="5480304" cy="1065274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C6726665-F3BA-6DDB-588E-0D7384DBF83A}"/>
              </a:ext>
            </a:extLst>
          </p:cNvPr>
          <p:cNvSpPr/>
          <p:nvPr/>
        </p:nvSpPr>
        <p:spPr>
          <a:xfrm>
            <a:off x="6016752" y="3864863"/>
            <a:ext cx="4958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68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886427F3-490F-414C-C80C-6AFB9E25FAD6}"/>
              </a:ext>
            </a:extLst>
          </p:cNvPr>
          <p:cNvSpPr/>
          <p:nvPr/>
        </p:nvSpPr>
        <p:spPr>
          <a:xfrm>
            <a:off x="5925312" y="3809999"/>
            <a:ext cx="548030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593CBFC-3430-DBE3-DB28-719031CF28CB}"/>
              </a:ext>
            </a:extLst>
          </p:cNvPr>
          <p:cNvSpPr/>
          <p:nvPr/>
        </p:nvSpPr>
        <p:spPr>
          <a:xfrm>
            <a:off x="6035040" y="4038599"/>
            <a:ext cx="48539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{{slide_02b_bullet_1}}</a:t>
            </a:r>
            <a:endParaRPr lang="en-US" sz="10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B5B2BE4-BA82-CE3B-E00E-CAC69A644262}"/>
              </a:ext>
            </a:extLst>
          </p:cNvPr>
          <p:cNvSpPr/>
          <p:nvPr/>
        </p:nvSpPr>
        <p:spPr>
          <a:xfrm>
            <a:off x="5925312" y="4973276"/>
            <a:ext cx="5480304" cy="1065274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538550E-F88F-F3F4-4F12-F2D5FEBF23EC}"/>
              </a:ext>
            </a:extLst>
          </p:cNvPr>
          <p:cNvSpPr/>
          <p:nvPr/>
        </p:nvSpPr>
        <p:spPr>
          <a:xfrm>
            <a:off x="6016752" y="5028140"/>
            <a:ext cx="4958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68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1453494-993A-78DF-A9FA-E40DB7130BFA}"/>
              </a:ext>
            </a:extLst>
          </p:cNvPr>
          <p:cNvSpPr/>
          <p:nvPr/>
        </p:nvSpPr>
        <p:spPr>
          <a:xfrm>
            <a:off x="5925312" y="4973276"/>
            <a:ext cx="5480304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E2D732E-D0A0-91E2-B56C-D59CBDFA75F7}"/>
              </a:ext>
            </a:extLst>
          </p:cNvPr>
          <p:cNvSpPr/>
          <p:nvPr/>
        </p:nvSpPr>
        <p:spPr>
          <a:xfrm>
            <a:off x="6035040" y="5201876"/>
            <a:ext cx="485398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{{slide_02b_bullet_2}}</a:t>
            </a:r>
            <a:endParaRPr lang="en-US" sz="1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0B8A2442-4933-0ADB-7F16-C061D4FA288C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market_size_segmentation</a:t>
            </a:r>
            <a:endParaRPr lang="en-US" sz="7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7DFD4167-8E3C-D984-1833-C8171B8C18BF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F8461B3A-A978-0FFD-16A7-3B97FC7CBE00}"/>
              </a:ext>
            </a:extLst>
          </p:cNvPr>
          <p:cNvSpPr/>
          <p:nvPr/>
        </p:nvSpPr>
        <p:spPr>
          <a:xfrm>
            <a:off x="6004824" y="1767441"/>
            <a:ext cx="5326116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44ACDEE5-0B13-000D-02CB-4ACD40A94E10}"/>
              </a:ext>
            </a:extLst>
          </p:cNvPr>
          <p:cNvSpPr/>
          <p:nvPr/>
        </p:nvSpPr>
        <p:spPr>
          <a:xfrm>
            <a:off x="6004824" y="2169777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FCC56CDC-9E41-2009-EED4-35D8DFD52CEE}"/>
              </a:ext>
            </a:extLst>
          </p:cNvPr>
          <p:cNvSpPr/>
          <p:nvPr/>
        </p:nvSpPr>
        <p:spPr>
          <a:xfrm>
            <a:off x="6004824" y="2590401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B289F420-4CE2-6828-077D-520B6BBAF6D1}"/>
              </a:ext>
            </a:extLst>
          </p:cNvPr>
          <p:cNvSpPr/>
          <p:nvPr/>
        </p:nvSpPr>
        <p:spPr>
          <a:xfrm>
            <a:off x="6004824" y="3011025"/>
            <a:ext cx="5326116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10C85C20-9AE5-69B1-4863-A53AAE799ABF}"/>
              </a:ext>
            </a:extLst>
          </p:cNvPr>
          <p:cNvSpPr/>
          <p:nvPr/>
        </p:nvSpPr>
        <p:spPr>
          <a:xfrm>
            <a:off x="8468647" y="1767441"/>
            <a:ext cx="0" cy="184708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9E76A7EA-DED8-29A3-F140-80BF3D27A9FA}"/>
              </a:ext>
            </a:extLst>
          </p:cNvPr>
          <p:cNvSpPr/>
          <p:nvPr/>
        </p:nvSpPr>
        <p:spPr>
          <a:xfrm>
            <a:off x="6123695" y="1886313"/>
            <a:ext cx="20185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{{slide_02b_table_header_1}}</a:t>
            </a: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CAE0CE45-6411-2FBF-735C-F31C1249EBB2}"/>
              </a:ext>
            </a:extLst>
          </p:cNvPr>
          <p:cNvSpPr/>
          <p:nvPr/>
        </p:nvSpPr>
        <p:spPr>
          <a:xfrm>
            <a:off x="8605806" y="1886313"/>
            <a:ext cx="21985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{{slide_02b_table_header_2}}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444F364D-D5BC-1A70-A4D3-B67BDD7D64C3}"/>
              </a:ext>
            </a:extLst>
          </p:cNvPr>
          <p:cNvSpPr/>
          <p:nvPr/>
        </p:nvSpPr>
        <p:spPr>
          <a:xfrm>
            <a:off x="6096264" y="2288649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{{slide_02b_table_row_1}}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E3FAF1CD-214C-96FC-FB9B-11130A164419}"/>
              </a:ext>
            </a:extLst>
          </p:cNvPr>
          <p:cNvSpPr/>
          <p:nvPr/>
        </p:nvSpPr>
        <p:spPr>
          <a:xfrm>
            <a:off x="6096264" y="2709273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58A823CF-901A-DBC4-88C1-941C0E4BAD65}"/>
              </a:ext>
            </a:extLst>
          </p:cNvPr>
          <p:cNvSpPr/>
          <p:nvPr/>
        </p:nvSpPr>
        <p:spPr>
          <a:xfrm>
            <a:off x="6096264" y="3129897"/>
            <a:ext cx="493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{{slide_02b_table_row_3}}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4D4AB73B-4C60-5770-C9E2-2C2C05AC49F3}"/>
              </a:ext>
            </a:extLst>
          </p:cNvPr>
          <p:cNvSpPr/>
          <p:nvPr/>
        </p:nvSpPr>
        <p:spPr>
          <a:xfrm>
            <a:off x="6004824" y="148132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TABLE / SEGMENT CUT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AC354C9B-128E-9964-088C-CAFF9C9722DE}"/>
              </a:ext>
            </a:extLst>
          </p:cNvPr>
          <p:cNvSpPr/>
          <p:nvPr/>
        </p:nvSpPr>
        <p:spPr>
          <a:xfrm>
            <a:off x="5925312" y="1426464"/>
            <a:ext cx="547920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80042126-720B-57EC-6C1A-F9B2BC073A10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CHART_PLUS_MINI_TABLE_PAGE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9201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877F-3302-086E-818A-8121821A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93F6EA1-AE0D-4761-CEB5-98A44A6F662F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3F6EA1-AE0D-4761-CEB5-98A44A6F6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AB838F4-DE92-5786-7B49-42EDACC7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{{slide_03_title}}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8DDEBE-DB35-682B-816B-B5D58FAA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916B8B-58D1-9277-400C-9CABD1A5E9C5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C4601398-BA43-C561-44E1-E2D3FB9F223A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67512B8-AA09-7BEA-3697-BEF6A6914E11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{{slide_03_source_footer}}</a:t>
            </a:r>
            <a:endParaRPr lang="en-US" sz="650" dirty="0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BFED28E6-942E-FFD1-D732-3AC20EEF5BAC}"/>
              </a:ext>
            </a:extLst>
          </p:cNvPr>
          <p:cNvSpPr/>
          <p:nvPr/>
        </p:nvSpPr>
        <p:spPr>
          <a:xfrm>
            <a:off x="786384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A1146533-45AA-64F2-24E3-061255F57E9B}"/>
              </a:ext>
            </a:extLst>
          </p:cNvPr>
          <p:cNvSpPr/>
          <p:nvPr/>
        </p:nvSpPr>
        <p:spPr>
          <a:xfrm>
            <a:off x="877824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1</a:t>
            </a:r>
            <a:endParaRPr lang="en-US" sz="680" dirty="0"/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B6CFB585-995B-81EC-52C6-7188EB62AF0B}"/>
              </a:ext>
            </a:extLst>
          </p:cNvPr>
          <p:cNvSpPr/>
          <p:nvPr/>
        </p:nvSpPr>
        <p:spPr>
          <a:xfrm>
            <a:off x="786384" y="1426464"/>
            <a:ext cx="2596896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1DEF709D-95F2-01C3-8BA4-9B77704194B7}"/>
              </a:ext>
            </a:extLst>
          </p:cNvPr>
          <p:cNvSpPr/>
          <p:nvPr/>
        </p:nvSpPr>
        <p:spPr>
          <a:xfrm>
            <a:off x="896112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{{slide_03_card_1}}</a:t>
            </a:r>
            <a:endParaRPr lang="en-US" sz="1000" dirty="0"/>
          </a:p>
        </p:txBody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755EA4D7-125F-4A8D-31C2-7CF27AF558AC}"/>
              </a:ext>
            </a:extLst>
          </p:cNvPr>
          <p:cNvSpPr/>
          <p:nvPr/>
        </p:nvSpPr>
        <p:spPr>
          <a:xfrm>
            <a:off x="3520440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EEDB8F06-CD7E-65AB-FE6B-530B0B0FBB25}"/>
              </a:ext>
            </a:extLst>
          </p:cNvPr>
          <p:cNvSpPr/>
          <p:nvPr/>
        </p:nvSpPr>
        <p:spPr>
          <a:xfrm>
            <a:off x="3611880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2</a:t>
            </a:r>
            <a:endParaRPr lang="en-US" sz="68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91302875-4692-E967-9B9B-074CC209D3A8}"/>
              </a:ext>
            </a:extLst>
          </p:cNvPr>
          <p:cNvSpPr/>
          <p:nvPr/>
        </p:nvSpPr>
        <p:spPr>
          <a:xfrm>
            <a:off x="3520440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CF51A84C-2CE3-D8D0-18B9-8B28C2DDCC3C}"/>
              </a:ext>
            </a:extLst>
          </p:cNvPr>
          <p:cNvSpPr/>
          <p:nvPr/>
        </p:nvSpPr>
        <p:spPr>
          <a:xfrm>
            <a:off x="3630168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{{slide_03_card_2}}</a:t>
            </a:r>
            <a:endParaRPr lang="en-US" sz="1000" dirty="0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0053396F-2570-91D8-5AF4-694DFDBF3A69}"/>
              </a:ext>
            </a:extLst>
          </p:cNvPr>
          <p:cNvSpPr/>
          <p:nvPr/>
        </p:nvSpPr>
        <p:spPr>
          <a:xfrm>
            <a:off x="6254496" y="1426464"/>
            <a:ext cx="2596896" cy="4645152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5696ACA3-D4EF-A129-D3A1-B16BCAE7EF0C}"/>
              </a:ext>
            </a:extLst>
          </p:cNvPr>
          <p:cNvSpPr/>
          <p:nvPr/>
        </p:nvSpPr>
        <p:spPr>
          <a:xfrm>
            <a:off x="6345936" y="14813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3</a:t>
            </a:r>
            <a:endParaRPr lang="en-US" sz="680" dirty="0"/>
          </a:p>
        </p:txBody>
      </p:sp>
      <p:sp>
        <p:nvSpPr>
          <p:cNvPr id="76" name="Shape 22">
            <a:extLst>
              <a:ext uri="{FF2B5EF4-FFF2-40B4-BE49-F238E27FC236}">
                <a16:creationId xmlns:a16="http://schemas.microsoft.com/office/drawing/2014/main" id="{EDD9B8B9-102A-3A5B-620F-F1F05EE71099}"/>
              </a:ext>
            </a:extLst>
          </p:cNvPr>
          <p:cNvSpPr/>
          <p:nvPr/>
        </p:nvSpPr>
        <p:spPr>
          <a:xfrm>
            <a:off x="6254496" y="1426464"/>
            <a:ext cx="2596896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22BF4C88-532A-BD0B-E1EC-D32AE8031A83}"/>
              </a:ext>
            </a:extLst>
          </p:cNvPr>
          <p:cNvSpPr/>
          <p:nvPr/>
        </p:nvSpPr>
        <p:spPr>
          <a:xfrm>
            <a:off x="6364224" y="1655064"/>
            <a:ext cx="2377440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{{slide_03_card_3}}</a:t>
            </a:r>
            <a:endParaRPr lang="en-US" sz="1000" dirty="0"/>
          </a:p>
        </p:txBody>
      </p:sp>
      <p:sp>
        <p:nvSpPr>
          <p:cNvPr id="78" name="Shape 24">
            <a:extLst>
              <a:ext uri="{FF2B5EF4-FFF2-40B4-BE49-F238E27FC236}">
                <a16:creationId xmlns:a16="http://schemas.microsoft.com/office/drawing/2014/main" id="{8068DBBB-E331-E418-00D0-ACB0C11D43E3}"/>
              </a:ext>
            </a:extLst>
          </p:cNvPr>
          <p:cNvSpPr/>
          <p:nvPr/>
        </p:nvSpPr>
        <p:spPr>
          <a:xfrm>
            <a:off x="8988552" y="1426464"/>
            <a:ext cx="2514600" cy="464515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37DF9972-DF74-5AD2-25C7-B4C173DEB364}"/>
              </a:ext>
            </a:extLst>
          </p:cNvPr>
          <p:cNvSpPr/>
          <p:nvPr/>
        </p:nvSpPr>
        <p:spPr>
          <a:xfrm>
            <a:off x="9079992" y="148132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4</a:t>
            </a:r>
            <a:endParaRPr lang="en-US" sz="680" dirty="0"/>
          </a:p>
        </p:txBody>
      </p:sp>
      <p:sp>
        <p:nvSpPr>
          <p:cNvPr id="80" name="Shape 26">
            <a:extLst>
              <a:ext uri="{FF2B5EF4-FFF2-40B4-BE49-F238E27FC236}">
                <a16:creationId xmlns:a16="http://schemas.microsoft.com/office/drawing/2014/main" id="{C3493508-3DC4-2AFE-B668-15F19D867C38}"/>
              </a:ext>
            </a:extLst>
          </p:cNvPr>
          <p:cNvSpPr/>
          <p:nvPr/>
        </p:nvSpPr>
        <p:spPr>
          <a:xfrm>
            <a:off x="8988552" y="1426464"/>
            <a:ext cx="2514600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625A3D0A-DFD8-AB1D-F01D-4BD77C01720F}"/>
              </a:ext>
            </a:extLst>
          </p:cNvPr>
          <p:cNvSpPr/>
          <p:nvPr/>
        </p:nvSpPr>
        <p:spPr>
          <a:xfrm>
            <a:off x="9098280" y="1655064"/>
            <a:ext cx="229514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{{slide_03_card_4}}</a:t>
            </a:r>
            <a:endParaRPr lang="en-US" sz="100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1DB339AF-C927-6604-6112-4B2A63A8195B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key_industry_drivers</a:t>
            </a:r>
            <a:endParaRPr lang="en-US" sz="700" dirty="0"/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AB9EED4F-9782-458B-E811-A1EE82E98BD9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000A6DDE-4B04-DD9A-1C85-D9896956E382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DRIVER_CARDS_PAGE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9532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DC36-ACF5-98FC-7862-FE066500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93C4E28-AA49-ADC4-EA09-EB6FFEB3DF97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3C4E28-AA49-ADC4-EA09-EB6FFEB3D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B13F8FD-3CBF-0B2A-FEA9-F851F2F2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{{slide_04_title}}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E59859-75D6-8A04-D302-02A30A07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11BFFE-8600-0740-AD0C-0EDCA6953EF3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45C3713-EB47-743B-14B9-A34A79BC7BF5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D88B7CA3-FB7A-E2EB-CDA7-487E19CA9810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{{slide_04_source_footer}}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D46128C2-4790-1541-3634-DE20247248DA}"/>
              </a:ext>
            </a:extLst>
          </p:cNvPr>
          <p:cNvSpPr/>
          <p:nvPr/>
        </p:nvSpPr>
        <p:spPr>
          <a:xfrm>
            <a:off x="786384" y="1426464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5B150718-ED5D-C378-7846-58B59A24C6A3}"/>
              </a:ext>
            </a:extLst>
          </p:cNvPr>
          <p:cNvSpPr/>
          <p:nvPr/>
        </p:nvSpPr>
        <p:spPr>
          <a:xfrm>
            <a:off x="877824" y="148132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E8BCF37B-C7BC-636F-13C4-558A86243A2D}"/>
              </a:ext>
            </a:extLst>
          </p:cNvPr>
          <p:cNvSpPr/>
          <p:nvPr/>
        </p:nvSpPr>
        <p:spPr>
          <a:xfrm>
            <a:off x="786384" y="1426464"/>
            <a:ext cx="35204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278A51E-BE38-7E69-13A9-114D6F9A356B}"/>
              </a:ext>
            </a:extLst>
          </p:cNvPr>
          <p:cNvSpPr/>
          <p:nvPr/>
        </p:nvSpPr>
        <p:spPr>
          <a:xfrm>
            <a:off x="896112" y="1655064"/>
            <a:ext cx="33009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{{slide_04_top_left}}</a:t>
            </a:r>
            <a:endParaRPr lang="en-US" sz="10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01F027A4-069B-7DA5-B60B-4B5BB0620288}"/>
              </a:ext>
            </a:extLst>
          </p:cNvPr>
          <p:cNvSpPr/>
          <p:nvPr/>
        </p:nvSpPr>
        <p:spPr>
          <a:xfrm>
            <a:off x="4407408" y="1426464"/>
            <a:ext cx="27889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5D519674-D114-D225-6EB1-B60859F6ACE4}"/>
              </a:ext>
            </a:extLst>
          </p:cNvPr>
          <p:cNvSpPr/>
          <p:nvPr/>
        </p:nvSpPr>
        <p:spPr>
          <a:xfrm>
            <a:off x="4498848" y="148132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68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E6B66B25-A685-0625-2D72-F695B16B4CA8}"/>
              </a:ext>
            </a:extLst>
          </p:cNvPr>
          <p:cNvSpPr/>
          <p:nvPr/>
        </p:nvSpPr>
        <p:spPr>
          <a:xfrm>
            <a:off x="4407408" y="1426464"/>
            <a:ext cx="278892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7A22CA51-8524-AA64-26A3-BB4CF0DF4C1D}"/>
              </a:ext>
            </a:extLst>
          </p:cNvPr>
          <p:cNvSpPr/>
          <p:nvPr/>
        </p:nvSpPr>
        <p:spPr>
          <a:xfrm>
            <a:off x="4517136" y="1655064"/>
            <a:ext cx="256946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{{slide_04_top_center}}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7DD546AD-3222-0D22-C9D9-DB60F27E3C74}"/>
              </a:ext>
            </a:extLst>
          </p:cNvPr>
          <p:cNvSpPr/>
          <p:nvPr/>
        </p:nvSpPr>
        <p:spPr>
          <a:xfrm>
            <a:off x="7296912" y="1426464"/>
            <a:ext cx="42062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598E9628-EFCC-547D-83A9-00DE2F1F83F9}"/>
              </a:ext>
            </a:extLst>
          </p:cNvPr>
          <p:cNvSpPr/>
          <p:nvPr/>
        </p:nvSpPr>
        <p:spPr>
          <a:xfrm>
            <a:off x="7388352" y="14813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69FCD2A2-5271-9A77-35E7-810F52F0D3D8}"/>
              </a:ext>
            </a:extLst>
          </p:cNvPr>
          <p:cNvSpPr/>
          <p:nvPr/>
        </p:nvSpPr>
        <p:spPr>
          <a:xfrm>
            <a:off x="7296912" y="1426464"/>
            <a:ext cx="42062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9F472CA3-2D20-39E6-24B0-43A5289CFC1C}"/>
              </a:ext>
            </a:extLst>
          </p:cNvPr>
          <p:cNvSpPr/>
          <p:nvPr/>
        </p:nvSpPr>
        <p:spPr>
          <a:xfrm>
            <a:off x="7406640" y="1655064"/>
            <a:ext cx="39867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{{slide_04_top_right}}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2A5DACF6-2ADE-439B-1912-F3B89693CF35}"/>
              </a:ext>
            </a:extLst>
          </p:cNvPr>
          <p:cNvSpPr/>
          <p:nvPr/>
        </p:nvSpPr>
        <p:spPr>
          <a:xfrm>
            <a:off x="786384" y="3547872"/>
            <a:ext cx="3520440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83DC770-8484-499F-EEDE-E41D53C4168B}"/>
              </a:ext>
            </a:extLst>
          </p:cNvPr>
          <p:cNvSpPr/>
          <p:nvPr/>
        </p:nvSpPr>
        <p:spPr>
          <a:xfrm>
            <a:off x="877824" y="36027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575E8548-F254-2DA3-0C38-68654EE5B1D8}"/>
              </a:ext>
            </a:extLst>
          </p:cNvPr>
          <p:cNvSpPr/>
          <p:nvPr/>
        </p:nvSpPr>
        <p:spPr>
          <a:xfrm>
            <a:off x="786384" y="3547872"/>
            <a:ext cx="352044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692C9059-D16A-CB07-4031-CF0DF3658FBA}"/>
              </a:ext>
            </a:extLst>
          </p:cNvPr>
          <p:cNvSpPr/>
          <p:nvPr/>
        </p:nvSpPr>
        <p:spPr>
          <a:xfrm>
            <a:off x="896112" y="3776472"/>
            <a:ext cx="330098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{{slide_04_bottom_left}}</a:t>
            </a:r>
            <a:endParaRPr lang="en-US" sz="1000" dirty="0"/>
          </a:p>
        </p:txBody>
      </p:sp>
      <p:sp>
        <p:nvSpPr>
          <p:cNvPr id="24" name="Shape 28">
            <a:extLst>
              <a:ext uri="{FF2B5EF4-FFF2-40B4-BE49-F238E27FC236}">
                <a16:creationId xmlns:a16="http://schemas.microsoft.com/office/drawing/2014/main" id="{1C0215CA-09F3-0742-B542-DCBCCD348A78}"/>
              </a:ext>
            </a:extLst>
          </p:cNvPr>
          <p:cNvSpPr/>
          <p:nvPr/>
        </p:nvSpPr>
        <p:spPr>
          <a:xfrm>
            <a:off x="4407408" y="3547872"/>
            <a:ext cx="2788920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7A0E6936-BE6A-1B1C-0394-BD523148A391}"/>
              </a:ext>
            </a:extLst>
          </p:cNvPr>
          <p:cNvSpPr/>
          <p:nvPr/>
        </p:nvSpPr>
        <p:spPr>
          <a:xfrm>
            <a:off x="4498848" y="360273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BARRIERS</a:t>
            </a:r>
            <a:endParaRPr lang="en-US" sz="680" dirty="0"/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81519487-7E11-18C0-2795-A10AE9975FB2}"/>
              </a:ext>
            </a:extLst>
          </p:cNvPr>
          <p:cNvSpPr/>
          <p:nvPr/>
        </p:nvSpPr>
        <p:spPr>
          <a:xfrm>
            <a:off x="4407408" y="3547872"/>
            <a:ext cx="278892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01ACDCEE-ABC6-40BF-D47D-9A9058751719}"/>
              </a:ext>
            </a:extLst>
          </p:cNvPr>
          <p:cNvSpPr/>
          <p:nvPr/>
        </p:nvSpPr>
        <p:spPr>
          <a:xfrm>
            <a:off x="4517136" y="3776472"/>
            <a:ext cx="256946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{{slide_04_bottom_center}}</a:t>
            </a:r>
            <a:endParaRPr lang="en-US" sz="100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3AD59D4F-434D-567F-1EE7-43D1F988222E}"/>
              </a:ext>
            </a:extLst>
          </p:cNvPr>
          <p:cNvSpPr/>
          <p:nvPr/>
        </p:nvSpPr>
        <p:spPr>
          <a:xfrm>
            <a:off x="7296912" y="3547872"/>
            <a:ext cx="4206240" cy="2523744"/>
          </a:xfrm>
          <a:prstGeom prst="roundRect">
            <a:avLst>
              <a:gd name="adj" fmla="val 181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6C907E39-BB42-F455-C61F-946DB21B8E6F}"/>
              </a:ext>
            </a:extLst>
          </p:cNvPr>
          <p:cNvSpPr/>
          <p:nvPr/>
        </p:nvSpPr>
        <p:spPr>
          <a:xfrm>
            <a:off x="7388352" y="360273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POSITIONING</a:t>
            </a:r>
            <a:endParaRPr lang="en-US" sz="68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83A026BA-A078-097A-35DE-BC8CCA29AF04}"/>
              </a:ext>
            </a:extLst>
          </p:cNvPr>
          <p:cNvSpPr/>
          <p:nvPr/>
        </p:nvSpPr>
        <p:spPr>
          <a:xfrm>
            <a:off x="7296912" y="3547872"/>
            <a:ext cx="420624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0DDFFBFD-CDF8-7902-5E43-07EA19BEB2C5}"/>
              </a:ext>
            </a:extLst>
          </p:cNvPr>
          <p:cNvSpPr/>
          <p:nvPr/>
        </p:nvSpPr>
        <p:spPr>
          <a:xfrm>
            <a:off x="7406640" y="3776472"/>
            <a:ext cx="3986784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{{slide_04_bottom_right}}</a:t>
            </a:r>
            <a:endParaRPr lang="en-US" sz="10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F568671-7AE0-637C-C1BD-DBB92231DCB9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value_chain_profit_pool</a:t>
            </a:r>
            <a:endParaRPr lang="en-US" sz="7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C17CBC8-FF64-ABAF-2395-126E3193DACB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8FE4A145-9474-F618-FE44-D0C70A138EED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VALUE_CHAIN_ARCHITECTURE_PAGE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63505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6115-C25A-FD38-ABA3-18D40EFB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8A2131E-9B20-A98F-4870-FCA010DF9131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2131E-9B20-A98F-4870-FCA010DF9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CF5E218-2D7E-CCD7-5B96-BA0FA65A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{{slide_05_title}}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A6D5C1-B712-E1AB-1509-F3CB8333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3B9E18-9B4E-2B0D-BD6C-91595F7BFD61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987B330-29D4-5F31-1EAB-966F2DC0F15C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06BF9ED3-7F3F-8F91-1014-1F7F71975DB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{{slide_05_source_footer}}</a:t>
            </a:r>
            <a:endParaRPr lang="en-US" sz="65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6AA60DEC-7BBB-446B-9BBF-4C42981A52CF}"/>
              </a:ext>
            </a:extLst>
          </p:cNvPr>
          <p:cNvSpPr/>
          <p:nvPr/>
        </p:nvSpPr>
        <p:spPr>
          <a:xfrm>
            <a:off x="78638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1079E5B0-C29A-939F-2A02-F2A1771BAB58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1</a:t>
            </a:r>
            <a:endParaRPr lang="en-US" sz="68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6EA80E0F-706F-B149-C8E3-000D44970C02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A9FD3D8-E6FE-09FF-265A-54CA5B0E704B}"/>
              </a:ext>
            </a:extLst>
          </p:cNvPr>
          <p:cNvSpPr/>
          <p:nvPr/>
        </p:nvSpPr>
        <p:spPr>
          <a:xfrm>
            <a:off x="89611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{{slide_05_card_1}}</a:t>
            </a:r>
            <a:endParaRPr lang="en-US" sz="10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45AFD4C5-D8D8-DAD8-280B-B73AFFD5859F}"/>
              </a:ext>
            </a:extLst>
          </p:cNvPr>
          <p:cNvSpPr/>
          <p:nvPr/>
        </p:nvSpPr>
        <p:spPr>
          <a:xfrm>
            <a:off x="439826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5D42F4A7-96AA-7251-02C7-CE955A3589F0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2</a:t>
            </a:r>
            <a:endParaRPr lang="en-US" sz="68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97A0258D-FB2F-A282-07A5-420B667489EA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0E22093-93AB-F754-199C-C1ADF76569A5}"/>
              </a:ext>
            </a:extLst>
          </p:cNvPr>
          <p:cNvSpPr/>
          <p:nvPr/>
        </p:nvSpPr>
        <p:spPr>
          <a:xfrm>
            <a:off x="450799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{{slide_05_card_2}}</a:t>
            </a:r>
            <a:endParaRPr lang="en-US" sz="10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740328CB-00BC-6DD6-E693-D7356F145A2F}"/>
              </a:ext>
            </a:extLst>
          </p:cNvPr>
          <p:cNvSpPr/>
          <p:nvPr/>
        </p:nvSpPr>
        <p:spPr>
          <a:xfrm>
            <a:off x="801014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DC76EFAF-D23E-A1C0-A103-666201B13145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3</a:t>
            </a:r>
            <a:endParaRPr lang="en-US" sz="68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39941C8E-A5C8-CB9D-B257-323D6DF5AA50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A20C1358-E539-FCBE-89EF-CFCCB9B27EB1}"/>
              </a:ext>
            </a:extLst>
          </p:cNvPr>
          <p:cNvSpPr/>
          <p:nvPr/>
        </p:nvSpPr>
        <p:spPr>
          <a:xfrm>
            <a:off x="811987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{{slide_05_card_3}}</a:t>
            </a:r>
            <a:endParaRPr lang="en-US" sz="100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A91C3E21-6A76-D595-690F-BD7EB9306078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key_barriers_value_drivers</a:t>
            </a:r>
            <a:endParaRPr lang="en-US" sz="7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00E0D5CC-AE09-E01E-0FDE-82F002BF64C1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6384965-84AC-F555-4334-7276E93B938E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MOAT_BARRIER_PAGE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8034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E3CB-8FDE-DF25-5B36-F9463601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FE552D-3D0E-1D81-AE03-E187A6BE5F2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FE552D-3D0E-1D81-AE03-E187A6BE5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03641BC-B817-8613-F2F9-E7286007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{{slide_06a_title}}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1BF74D-5908-7FC9-B0D1-D66C442F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07E043-4A18-8829-1B6A-DD12355BD2E3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5AAA11B2-CF7F-4EF5-6097-41F2B3EDF1A5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B3D6AA7D-C429-A6FF-5A88-F9ED8EF17C68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{{slide_06a_source_footer}}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059B2FAC-5C5A-4BD1-4FB6-3B1F28ED1EDD}"/>
              </a:ext>
            </a:extLst>
          </p:cNvPr>
          <p:cNvSpPr/>
          <p:nvPr/>
        </p:nvSpPr>
        <p:spPr>
          <a:xfrm>
            <a:off x="786383" y="1426464"/>
            <a:ext cx="7012829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5DCF4FD-0AA3-8BFE-1D25-2FBEA0CDA995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PEER COMPARE TABLE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0882BC8D-00F5-4E0B-4C54-DC5FDB939DBC}"/>
              </a:ext>
            </a:extLst>
          </p:cNvPr>
          <p:cNvSpPr/>
          <p:nvPr/>
        </p:nvSpPr>
        <p:spPr>
          <a:xfrm>
            <a:off x="786383" y="1426464"/>
            <a:ext cx="7012829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AA94862C-2792-88AB-B28A-5925E73D2B3C}"/>
              </a:ext>
            </a:extLst>
          </p:cNvPr>
          <p:cNvSpPr/>
          <p:nvPr/>
        </p:nvSpPr>
        <p:spPr>
          <a:xfrm>
            <a:off x="7908941" y="1426464"/>
            <a:ext cx="359421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99922E1C-28B5-04D5-A810-A4904AEADD3F}"/>
              </a:ext>
            </a:extLst>
          </p:cNvPr>
          <p:cNvSpPr/>
          <p:nvPr/>
        </p:nvSpPr>
        <p:spPr>
          <a:xfrm>
            <a:off x="7929470" y="1481328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CRx</a:t>
            </a: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STRUCTURE</a:t>
            </a: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70FC253C-2587-24F9-D3A9-1D14BA80BEB6}"/>
              </a:ext>
            </a:extLst>
          </p:cNvPr>
          <p:cNvSpPr/>
          <p:nvPr/>
        </p:nvSpPr>
        <p:spPr>
          <a:xfrm>
            <a:off x="7908941" y="1426464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681F0DBD-9ED6-E3BE-BD08-3B26F64B3538}"/>
              </a:ext>
            </a:extLst>
          </p:cNvPr>
          <p:cNvSpPr/>
          <p:nvPr/>
        </p:nvSpPr>
        <p:spPr>
          <a:xfrm>
            <a:off x="7933576" y="1655064"/>
            <a:ext cx="3459847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D7027E3A-107E-2C21-0833-4C303B70C9B1}"/>
              </a:ext>
            </a:extLst>
          </p:cNvPr>
          <p:cNvSpPr/>
          <p:nvPr/>
        </p:nvSpPr>
        <p:spPr>
          <a:xfrm>
            <a:off x="7908941" y="2816352"/>
            <a:ext cx="359421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A31CF2BE-27CF-16CD-7969-5A65E970C9A0}"/>
              </a:ext>
            </a:extLst>
          </p:cNvPr>
          <p:cNvSpPr/>
          <p:nvPr/>
        </p:nvSpPr>
        <p:spPr>
          <a:xfrm>
            <a:off x="7929470" y="2871216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DIMENSIONS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FA3C37FB-E275-C8CC-279A-88CA134F03BA}"/>
              </a:ext>
            </a:extLst>
          </p:cNvPr>
          <p:cNvSpPr/>
          <p:nvPr/>
        </p:nvSpPr>
        <p:spPr>
          <a:xfrm>
            <a:off x="7908941" y="2816352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BE69816F-53D9-E66F-FE18-FEE85250AC6A}"/>
              </a:ext>
            </a:extLst>
          </p:cNvPr>
          <p:cNvSpPr/>
          <p:nvPr/>
        </p:nvSpPr>
        <p:spPr>
          <a:xfrm>
            <a:off x="7933576" y="3044952"/>
            <a:ext cx="3459847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71F1FDA8-D32A-C058-FE2F-D2D274017284}"/>
              </a:ext>
            </a:extLst>
          </p:cNvPr>
          <p:cNvSpPr/>
          <p:nvPr/>
        </p:nvSpPr>
        <p:spPr>
          <a:xfrm>
            <a:off x="7908941" y="4407408"/>
            <a:ext cx="3594210" cy="1664208"/>
          </a:xfrm>
          <a:prstGeom prst="roundRect">
            <a:avLst>
              <a:gd name="adj" fmla="val 2747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DE7F1F8E-7BF1-4C26-9DB5-09BC1D4AF0F3}"/>
              </a:ext>
            </a:extLst>
          </p:cNvPr>
          <p:cNvSpPr/>
          <p:nvPr/>
        </p:nvSpPr>
        <p:spPr>
          <a:xfrm>
            <a:off x="7929470" y="4462272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RELATIVE POSITIONING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C2B9BF65-BF2F-4328-4204-6307ED4D6A60}"/>
              </a:ext>
            </a:extLst>
          </p:cNvPr>
          <p:cNvSpPr/>
          <p:nvPr/>
        </p:nvSpPr>
        <p:spPr>
          <a:xfrm>
            <a:off x="7908941" y="4407408"/>
            <a:ext cx="359421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FA1D75FA-D9E0-8652-5A8A-65A4F1E16F09}"/>
              </a:ext>
            </a:extLst>
          </p:cNvPr>
          <p:cNvSpPr/>
          <p:nvPr/>
        </p:nvSpPr>
        <p:spPr>
          <a:xfrm>
            <a:off x="7933576" y="4636008"/>
            <a:ext cx="3459847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{{slide_06a_right_bottom}}</a:t>
            </a:r>
            <a:endParaRPr lang="en-US" sz="10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70CFE248-B0FD-DD06-600F-C99944012B66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competitive_landscape</a:t>
            </a:r>
            <a:endParaRPr lang="en-US" sz="7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2BE3CDB-F1AA-1601-16FE-1F839C07E2C9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C951210C-7A6F-4406-2664-DF42ADE8791F}"/>
              </a:ext>
            </a:extLst>
          </p:cNvPr>
          <p:cNvSpPr/>
          <p:nvPr/>
        </p:nvSpPr>
        <p:spPr>
          <a:xfrm>
            <a:off x="850532" y="1799231"/>
            <a:ext cx="6858000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A43C9909-6EC9-918D-C61C-9940B14DCF73}"/>
              </a:ext>
            </a:extLst>
          </p:cNvPr>
          <p:cNvSpPr/>
          <p:nvPr/>
        </p:nvSpPr>
        <p:spPr>
          <a:xfrm>
            <a:off x="850532" y="179923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8FE190E1-B907-C633-8D17-2FC82179DD37}"/>
              </a:ext>
            </a:extLst>
          </p:cNvPr>
          <p:cNvSpPr/>
          <p:nvPr/>
        </p:nvSpPr>
        <p:spPr>
          <a:xfrm>
            <a:off x="850532" y="2201567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6BC720D7-6E3D-9E8D-B1EE-2E65155F513A}"/>
              </a:ext>
            </a:extLst>
          </p:cNvPr>
          <p:cNvSpPr/>
          <p:nvPr/>
        </p:nvSpPr>
        <p:spPr>
          <a:xfrm>
            <a:off x="850532" y="271363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3FC74F50-AC75-FC5B-E54B-335FCBED0EB8}"/>
              </a:ext>
            </a:extLst>
          </p:cNvPr>
          <p:cNvSpPr/>
          <p:nvPr/>
        </p:nvSpPr>
        <p:spPr>
          <a:xfrm>
            <a:off x="850532" y="3225695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699F1D28-48A3-67A0-8078-EA762C83FB00}"/>
              </a:ext>
            </a:extLst>
          </p:cNvPr>
          <p:cNvSpPr/>
          <p:nvPr/>
        </p:nvSpPr>
        <p:spPr>
          <a:xfrm>
            <a:off x="850532" y="3737759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90A03966-7D2A-F57F-3DCA-52D0A6A64386}"/>
              </a:ext>
            </a:extLst>
          </p:cNvPr>
          <p:cNvSpPr/>
          <p:nvPr/>
        </p:nvSpPr>
        <p:spPr>
          <a:xfrm>
            <a:off x="850532" y="4249823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5BDB6B97-41FA-F3C2-A11D-D57A32692610}"/>
              </a:ext>
            </a:extLst>
          </p:cNvPr>
          <p:cNvSpPr/>
          <p:nvPr/>
        </p:nvSpPr>
        <p:spPr>
          <a:xfrm>
            <a:off x="850532" y="4761887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746DCF7F-B7C7-D119-DC1D-49DA355197DC}"/>
              </a:ext>
            </a:extLst>
          </p:cNvPr>
          <p:cNvSpPr/>
          <p:nvPr/>
        </p:nvSpPr>
        <p:spPr>
          <a:xfrm>
            <a:off x="850532" y="5273951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D819AC70-28C4-C931-BF05-5C115A46F92C}"/>
              </a:ext>
            </a:extLst>
          </p:cNvPr>
          <p:cNvSpPr/>
          <p:nvPr/>
        </p:nvSpPr>
        <p:spPr>
          <a:xfrm>
            <a:off x="850532" y="5749439"/>
            <a:ext cx="6858000" cy="0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5F129502-AA7C-F254-E05D-82EA86A23FE6}"/>
              </a:ext>
            </a:extLst>
          </p:cNvPr>
          <p:cNvSpPr/>
          <p:nvPr/>
        </p:nvSpPr>
        <p:spPr>
          <a:xfrm>
            <a:off x="850532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0EB9645-DA4F-D4B6-068E-3EC760A801DA}"/>
              </a:ext>
            </a:extLst>
          </p:cNvPr>
          <p:cNvSpPr/>
          <p:nvPr/>
        </p:nvSpPr>
        <p:spPr>
          <a:xfrm>
            <a:off x="2724654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49AF97C6-BDB2-D365-7FF4-83DAEDFA6BE9}"/>
              </a:ext>
            </a:extLst>
          </p:cNvPr>
          <p:cNvSpPr/>
          <p:nvPr/>
        </p:nvSpPr>
        <p:spPr>
          <a:xfrm>
            <a:off x="3785491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72D05FCF-917F-1D77-BD28-DE2CEF6D486D}"/>
              </a:ext>
            </a:extLst>
          </p:cNvPr>
          <p:cNvSpPr/>
          <p:nvPr/>
        </p:nvSpPr>
        <p:spPr>
          <a:xfrm>
            <a:off x="4846328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8A9CE7FF-FB4F-43D7-774F-A8E0E12D727D}"/>
              </a:ext>
            </a:extLst>
          </p:cNvPr>
          <p:cNvSpPr/>
          <p:nvPr/>
        </p:nvSpPr>
        <p:spPr>
          <a:xfrm>
            <a:off x="5907164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05F83F0B-8C87-1CCF-842D-457E052532F5}"/>
              </a:ext>
            </a:extLst>
          </p:cNvPr>
          <p:cNvSpPr/>
          <p:nvPr/>
        </p:nvSpPr>
        <p:spPr>
          <a:xfrm>
            <a:off x="7708532" y="1799231"/>
            <a:ext cx="0" cy="3950208"/>
          </a:xfrm>
          <a:prstGeom prst="line">
            <a:avLst/>
          </a:prstGeom>
          <a:noFill/>
          <a:ln w="10160">
            <a:solidFill>
              <a:srgbClr val="D7E0EA"/>
            </a:solidFill>
            <a:prstDash val="solid"/>
          </a:ln>
        </p:spPr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3959C7DD-BDE1-1268-705F-86CE9314F93B}"/>
              </a:ext>
            </a:extLst>
          </p:cNvPr>
          <p:cNvSpPr/>
          <p:nvPr/>
        </p:nvSpPr>
        <p:spPr>
          <a:xfrm>
            <a:off x="978548" y="1936391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{{slide_06a_table_header}}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5369E99D-9B95-1FE7-2E38-1361EA4B1305}"/>
              </a:ext>
            </a:extLst>
          </p:cNvPr>
          <p:cNvSpPr/>
          <p:nvPr/>
        </p:nvSpPr>
        <p:spPr>
          <a:xfrm>
            <a:off x="960260" y="2357015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{{slide_06a_table_row_1}}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E8ECAB2A-FD1F-62B8-F96A-95BD5C3B5C9B}"/>
              </a:ext>
            </a:extLst>
          </p:cNvPr>
          <p:cNvSpPr/>
          <p:nvPr/>
        </p:nvSpPr>
        <p:spPr>
          <a:xfrm>
            <a:off x="960260" y="2869079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{{slide_06a_table_row_2}}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B4634908-719F-5647-29F2-C20FF9DD419E}"/>
              </a:ext>
            </a:extLst>
          </p:cNvPr>
          <p:cNvSpPr/>
          <p:nvPr/>
        </p:nvSpPr>
        <p:spPr>
          <a:xfrm>
            <a:off x="960260" y="3381143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{{slide_06a_table_row_3}}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Text 33">
            <a:extLst>
              <a:ext uri="{FF2B5EF4-FFF2-40B4-BE49-F238E27FC236}">
                <a16:creationId xmlns:a16="http://schemas.microsoft.com/office/drawing/2014/main" id="{9458810E-76E8-3DD3-0218-458F326B69F5}"/>
              </a:ext>
            </a:extLst>
          </p:cNvPr>
          <p:cNvSpPr/>
          <p:nvPr/>
        </p:nvSpPr>
        <p:spPr>
          <a:xfrm>
            <a:off x="960260" y="3893207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{{slide_06a_table_row_4}}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627BE7D8-84CA-9AFB-4D9D-8D2805CA7858}"/>
              </a:ext>
            </a:extLst>
          </p:cNvPr>
          <p:cNvSpPr/>
          <p:nvPr/>
        </p:nvSpPr>
        <p:spPr>
          <a:xfrm>
            <a:off x="960260" y="4405271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{{slide_06a_table_row_5}}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7126A682-C8E9-2650-53C8-F14AFC55CD3F}"/>
              </a:ext>
            </a:extLst>
          </p:cNvPr>
          <p:cNvSpPr/>
          <p:nvPr/>
        </p:nvSpPr>
        <p:spPr>
          <a:xfrm>
            <a:off x="960260" y="4917335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{{slide_06a_table_row_6}}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3D3B6F28-983E-225B-FC6A-2007F60CE35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COMPARE_TABLE_PAGE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99828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2D4-46A5-2BB3-6551-D8CA857E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7BA0A89-4B2E-15EE-AC51-7CE15CDA0B30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BA0A89-4B2E-15EE-AC51-7CE15CDA0B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A54EFCA-CB18-EB54-C8FF-B21C2D61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{{slide_06b_title}}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8227BD-B9A6-125F-DFBE-1A219AC5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8DFE46-14F7-738F-AE3C-693295C5D5ED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97EA7230-44E2-5B74-D49D-06F6CA0E43AB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AB5B9BA-E826-03BE-EF89-9DF0D1072182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{{slide_06b_source_footer}}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5378FECB-F00A-7C8D-5B49-D57A41335F09}"/>
              </a:ext>
            </a:extLst>
          </p:cNvPr>
          <p:cNvSpPr/>
          <p:nvPr/>
        </p:nvSpPr>
        <p:spPr>
          <a:xfrm>
            <a:off x="786383" y="1426464"/>
            <a:ext cx="7012829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0B1CBF1E-C79B-2DC1-6C46-595F8565A97B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MATRIX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168A299C-F246-920A-B36C-A2DE244184E0}"/>
              </a:ext>
            </a:extLst>
          </p:cNvPr>
          <p:cNvSpPr/>
          <p:nvPr/>
        </p:nvSpPr>
        <p:spPr>
          <a:xfrm>
            <a:off x="786383" y="1426464"/>
            <a:ext cx="7012829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35DCBB3C-D3B0-A3CD-1D01-715632942DA5}"/>
              </a:ext>
            </a:extLst>
          </p:cNvPr>
          <p:cNvSpPr/>
          <p:nvPr/>
        </p:nvSpPr>
        <p:spPr>
          <a:xfrm>
            <a:off x="7908941" y="1426464"/>
            <a:ext cx="359421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AF2DDA56-AD9E-E70C-8B81-B92289519B83}"/>
              </a:ext>
            </a:extLst>
          </p:cNvPr>
          <p:cNvSpPr/>
          <p:nvPr/>
        </p:nvSpPr>
        <p:spPr>
          <a:xfrm>
            <a:off x="7929470" y="1481328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/ </a:t>
            </a:r>
            <a:r>
              <a:rPr lang="en-US" sz="680" b="1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CRx</a:t>
            </a:r>
            <a:endParaRPr lang="en-US" sz="680" b="1" dirty="0">
              <a:solidFill>
                <a:srgbClr val="77777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BD5CCF1C-1495-E16C-5422-C1F4D59489F2}"/>
              </a:ext>
            </a:extLst>
          </p:cNvPr>
          <p:cNvSpPr/>
          <p:nvPr/>
        </p:nvSpPr>
        <p:spPr>
          <a:xfrm>
            <a:off x="7908941" y="1426464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D6194763-EAA4-8A49-6589-2F8F402DCB7B}"/>
              </a:ext>
            </a:extLst>
          </p:cNvPr>
          <p:cNvSpPr/>
          <p:nvPr/>
        </p:nvSpPr>
        <p:spPr>
          <a:xfrm>
            <a:off x="7933576" y="1655064"/>
            <a:ext cx="3459847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57B07941-A7AA-1642-CD71-4F070DA46F9F}"/>
              </a:ext>
            </a:extLst>
          </p:cNvPr>
          <p:cNvSpPr/>
          <p:nvPr/>
        </p:nvSpPr>
        <p:spPr>
          <a:xfrm>
            <a:off x="7908941" y="2816352"/>
            <a:ext cx="359421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2CDC7AA1-8E5B-31F5-3662-76F81777867B}"/>
              </a:ext>
            </a:extLst>
          </p:cNvPr>
          <p:cNvSpPr/>
          <p:nvPr/>
        </p:nvSpPr>
        <p:spPr>
          <a:xfrm>
            <a:off x="7929470" y="2871216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DIMENSIONS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6EB06AF4-2440-8B01-5D33-144432EC85CB}"/>
              </a:ext>
            </a:extLst>
          </p:cNvPr>
          <p:cNvSpPr/>
          <p:nvPr/>
        </p:nvSpPr>
        <p:spPr>
          <a:xfrm>
            <a:off x="7908941" y="2816352"/>
            <a:ext cx="359421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65C61825-6678-EDFC-183E-A59F24D5CFC9}"/>
              </a:ext>
            </a:extLst>
          </p:cNvPr>
          <p:cNvSpPr/>
          <p:nvPr/>
        </p:nvSpPr>
        <p:spPr>
          <a:xfrm>
            <a:off x="7933576" y="3044952"/>
            <a:ext cx="3459847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A0156B05-AEFE-5955-6ECB-F18852BBBEE8}"/>
              </a:ext>
            </a:extLst>
          </p:cNvPr>
          <p:cNvSpPr/>
          <p:nvPr/>
        </p:nvSpPr>
        <p:spPr>
          <a:xfrm>
            <a:off x="7908941" y="4407408"/>
            <a:ext cx="3594210" cy="1664208"/>
          </a:xfrm>
          <a:prstGeom prst="roundRect">
            <a:avLst>
              <a:gd name="adj" fmla="val 2747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4CA31EAF-F270-90D7-0A04-7B45EF5A9632}"/>
              </a:ext>
            </a:extLst>
          </p:cNvPr>
          <p:cNvSpPr/>
          <p:nvPr/>
        </p:nvSpPr>
        <p:spPr>
          <a:xfrm>
            <a:off x="7929470" y="4462272"/>
            <a:ext cx="34822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RELATIVE POSITIONING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5D9C8F8E-CA63-04F0-DBF7-AB742D8CC635}"/>
              </a:ext>
            </a:extLst>
          </p:cNvPr>
          <p:cNvSpPr/>
          <p:nvPr/>
        </p:nvSpPr>
        <p:spPr>
          <a:xfrm>
            <a:off x="7908941" y="4407408"/>
            <a:ext cx="3594210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AA2F99FE-D8D8-FADE-E5E2-7579C41E8716}"/>
              </a:ext>
            </a:extLst>
          </p:cNvPr>
          <p:cNvSpPr/>
          <p:nvPr/>
        </p:nvSpPr>
        <p:spPr>
          <a:xfrm>
            <a:off x="7933576" y="4636008"/>
            <a:ext cx="3459847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{{slide_06b_right_bottom}}</a:t>
            </a:r>
            <a:endParaRPr lang="en-US" sz="10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89B47C3-664C-17AD-5DE3-F3E4908978FF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competitive_landscape</a:t>
            </a:r>
            <a:endParaRPr lang="en-US" sz="7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87DF16A-353C-71B9-0E62-1A09001A2DD3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7AF3114-48A0-E83E-1BEA-103C10A2B762}"/>
              </a:ext>
            </a:extLst>
          </p:cNvPr>
          <p:cNvSpPr/>
          <p:nvPr/>
        </p:nvSpPr>
        <p:spPr>
          <a:xfrm>
            <a:off x="1013968" y="1839468"/>
            <a:ext cx="65836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BD5921C-7B20-93B1-ED87-0E99C056DEBA}"/>
              </a:ext>
            </a:extLst>
          </p:cNvPr>
          <p:cNvSpPr/>
          <p:nvPr/>
        </p:nvSpPr>
        <p:spPr>
          <a:xfrm>
            <a:off x="4305808" y="2049780"/>
            <a:ext cx="0" cy="34290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9F3A7F1E-E62F-52C9-D2DB-72EF8D58F90A}"/>
              </a:ext>
            </a:extLst>
          </p:cNvPr>
          <p:cNvSpPr/>
          <p:nvPr/>
        </p:nvSpPr>
        <p:spPr>
          <a:xfrm>
            <a:off x="1270000" y="3782568"/>
            <a:ext cx="56692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1F4A058-CB5C-5267-3636-912B46B274F2}"/>
              </a:ext>
            </a:extLst>
          </p:cNvPr>
          <p:cNvSpPr/>
          <p:nvPr/>
        </p:nvSpPr>
        <p:spPr>
          <a:xfrm>
            <a:off x="2202688" y="186737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{{slide_06b_matrix_title}}</a:t>
            </a:r>
            <a:endParaRPr lang="en-US" sz="8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98D688FE-5DD3-0A64-2B5F-96A3EA49500B}"/>
              </a:ext>
            </a:extLst>
          </p:cNvPr>
          <p:cNvSpPr/>
          <p:nvPr/>
        </p:nvSpPr>
        <p:spPr>
          <a:xfrm>
            <a:off x="2294128" y="54754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{{slide_06b_matrix_label_x}}</a:t>
            </a:r>
            <a:endParaRPr lang="en-US" sz="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BDDF91AD-DA7E-A076-9A18-35D8552FDFC7}"/>
              </a:ext>
            </a:extLst>
          </p:cNvPr>
          <p:cNvSpPr/>
          <p:nvPr/>
        </p:nvSpPr>
        <p:spPr>
          <a:xfrm>
            <a:off x="1063536" y="2950464"/>
            <a:ext cx="256032" cy="1664208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{{slide_06b_matrix_label_y}}</a:t>
            </a:r>
            <a:endParaRPr lang="en-US" sz="8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FB2C0B37-67BF-12B7-9331-18CA56B7152C}"/>
              </a:ext>
            </a:extLst>
          </p:cNvPr>
          <p:cNvSpPr/>
          <p:nvPr/>
        </p:nvSpPr>
        <p:spPr>
          <a:xfrm>
            <a:off x="1608328" y="2662428"/>
            <a:ext cx="5394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{{slide_06b_left_panel}}</a:t>
            </a:r>
            <a:endParaRPr lang="en-US" sz="10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751C9F46-F21F-9D5A-DAB6-BE08C05E86C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POSITIONING_MATRIX_PAGE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69638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9721-611B-4360-F943-E43C1E23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EED0A0F-D228-32C6-53E2-6371BF3CEE4B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ED0A0F-D228-32C6-53E2-6371BF3CE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AF45E80-4B03-692D-0B08-803BA13E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{{slide_07a_title}}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11DC96-6C81-F947-5DEC-FE59EDD5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F04EB7-5FDE-C70E-2799-FE44692CF416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7a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545D5D0-A508-465B-04BF-BE0437D54F93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2AA360B-AABF-F9E5-C6CC-102B61EA2DFA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{{slide_07a_source_footer}}</a:t>
            </a:r>
            <a:endParaRPr lang="en-US" sz="6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2F73B1E-FD01-FB80-5208-3CD25985AAA6}"/>
              </a:ext>
            </a:extLst>
          </p:cNvPr>
          <p:cNvSpPr/>
          <p:nvPr/>
        </p:nvSpPr>
        <p:spPr>
          <a:xfrm>
            <a:off x="78638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988DC6C9-C6C0-5712-102D-25E00E363226}"/>
              </a:ext>
            </a:extLst>
          </p:cNvPr>
          <p:cNvSpPr/>
          <p:nvPr/>
        </p:nvSpPr>
        <p:spPr>
          <a:xfrm>
            <a:off x="87782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TREND</a:t>
            </a: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EBF491C1-53BF-A37D-B8FC-70C305399CD3}"/>
              </a:ext>
            </a:extLst>
          </p:cNvPr>
          <p:cNvSpPr/>
          <p:nvPr/>
        </p:nvSpPr>
        <p:spPr>
          <a:xfrm>
            <a:off x="78638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9F6BBE3-77FC-DBEC-B81F-84C046E79E7E}"/>
              </a:ext>
            </a:extLst>
          </p:cNvPr>
          <p:cNvSpPr/>
          <p:nvPr/>
        </p:nvSpPr>
        <p:spPr>
          <a:xfrm>
            <a:off x="89611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{{slide_07a_card_1}}</a:t>
            </a:r>
            <a:endParaRPr lang="en-US" sz="10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F374F96-8CAC-3FF5-7015-F6B680DC8DFF}"/>
              </a:ext>
            </a:extLst>
          </p:cNvPr>
          <p:cNvSpPr/>
          <p:nvPr/>
        </p:nvSpPr>
        <p:spPr>
          <a:xfrm>
            <a:off x="439826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2AE2D71-024A-FC10-E973-98274B2BB884}"/>
              </a:ext>
            </a:extLst>
          </p:cNvPr>
          <p:cNvSpPr/>
          <p:nvPr/>
        </p:nvSpPr>
        <p:spPr>
          <a:xfrm>
            <a:off x="448970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TREND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0FB0AC84-4C6D-2D80-96AE-DCECFB474CE0}"/>
              </a:ext>
            </a:extLst>
          </p:cNvPr>
          <p:cNvSpPr/>
          <p:nvPr/>
        </p:nvSpPr>
        <p:spPr>
          <a:xfrm>
            <a:off x="4398264" y="1426464"/>
            <a:ext cx="349300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19AC17B4-E90E-AB7A-A77F-005759A42E35}"/>
              </a:ext>
            </a:extLst>
          </p:cNvPr>
          <p:cNvSpPr/>
          <p:nvPr/>
        </p:nvSpPr>
        <p:spPr>
          <a:xfrm>
            <a:off x="450799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{{slide_07a_card_2}}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BDD457BF-082F-A659-983E-42A621BE0CE9}"/>
              </a:ext>
            </a:extLst>
          </p:cNvPr>
          <p:cNvSpPr/>
          <p:nvPr/>
        </p:nvSpPr>
        <p:spPr>
          <a:xfrm>
            <a:off x="8010144" y="1426464"/>
            <a:ext cx="3493008" cy="4645152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1640516-CF04-38AF-6A43-37043925D5C7}"/>
              </a:ext>
            </a:extLst>
          </p:cNvPr>
          <p:cNvSpPr/>
          <p:nvPr/>
        </p:nvSpPr>
        <p:spPr>
          <a:xfrm>
            <a:off x="8101584" y="14813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68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1F2AA04C-948F-DDB0-0898-5B4C47C8B30D}"/>
              </a:ext>
            </a:extLst>
          </p:cNvPr>
          <p:cNvSpPr/>
          <p:nvPr/>
        </p:nvSpPr>
        <p:spPr>
          <a:xfrm>
            <a:off x="8010144" y="1426464"/>
            <a:ext cx="349300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155A31FD-74CD-0977-E4FD-D3E3BFC0C28F}"/>
              </a:ext>
            </a:extLst>
          </p:cNvPr>
          <p:cNvSpPr/>
          <p:nvPr/>
        </p:nvSpPr>
        <p:spPr>
          <a:xfrm>
            <a:off x="8119872" y="1655064"/>
            <a:ext cx="3273552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{{slide_07a_card_3}}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A0B99BE7-7F46-AF12-A860-A862F8205FEF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D7C3EB48-E32D-0EE5-7373-5DBB0C372D0B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A12910B4-90AD-11AD-11BF-0CB0340E9E4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PRIORITY_TREND_PAGE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54025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1BC8-BA04-A8CE-22F3-227C7757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D013554-7581-72A1-EE79-0A6CAEC8734C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013554-7581-72A1-EE79-0A6CAEC87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6CB63F5-3F4B-880A-59F5-561D5C0A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{{slide_07b_title}}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1AF145-C7BA-62A7-B78C-208B6E82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DA20BA-FC16-23A2-A8B9-7601506AB078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7b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8AB9521-6C18-BF5B-5B35-47D6AC6B25E8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087CEAF-731C-5BB9-10AF-3EB86C8B322E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{{slide_07b_source_footer}}</a:t>
            </a:r>
            <a:endParaRPr lang="en-US" sz="65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399747A7-B138-EB24-88CE-1F97E93D81FE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industry_trends_future_evolution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40A484C3-6FB7-7B6E-FB06-0DC7517DED0C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16010B27-00B1-2A37-8EAB-85C96319446B}"/>
              </a:ext>
            </a:extLst>
          </p:cNvPr>
          <p:cNvSpPr/>
          <p:nvPr/>
        </p:nvSpPr>
        <p:spPr>
          <a:xfrm>
            <a:off x="909320" y="179222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</a:rPr>
              <a:t>TIMELINE OF INDUSTRY EVOLUTION</a:t>
            </a:r>
            <a:endParaRPr lang="en-US" sz="680" dirty="0">
              <a:solidFill>
                <a:srgbClr val="777777"/>
              </a:solidFill>
            </a:endParaRPr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C73E91B6-1735-AA9B-AFD4-F90A46B481D3}"/>
              </a:ext>
            </a:extLst>
          </p:cNvPr>
          <p:cNvSpPr/>
          <p:nvPr/>
        </p:nvSpPr>
        <p:spPr>
          <a:xfrm>
            <a:off x="1137920" y="3840480"/>
            <a:ext cx="10058400" cy="0"/>
          </a:xfrm>
          <a:prstGeom prst="line">
            <a:avLst/>
          </a:prstGeom>
          <a:noFill/>
          <a:ln w="17780">
            <a:solidFill>
              <a:schemeClr val="accent1"/>
            </a:solidFill>
            <a:prstDash val="solid"/>
          </a:ln>
        </p:spPr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A916E3CB-8DA8-F950-8699-055099430438}"/>
              </a:ext>
            </a:extLst>
          </p:cNvPr>
          <p:cNvSpPr/>
          <p:nvPr/>
        </p:nvSpPr>
        <p:spPr>
          <a:xfrm>
            <a:off x="155854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E7658ADB-E1A3-206E-68BF-55D5D5045946}"/>
              </a:ext>
            </a:extLst>
          </p:cNvPr>
          <p:cNvSpPr/>
          <p:nvPr/>
        </p:nvSpPr>
        <p:spPr>
          <a:xfrm>
            <a:off x="402742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730EEF6F-EBEC-B46C-6FEA-5F975ECB3ED3}"/>
              </a:ext>
            </a:extLst>
          </p:cNvPr>
          <p:cNvSpPr/>
          <p:nvPr/>
        </p:nvSpPr>
        <p:spPr>
          <a:xfrm>
            <a:off x="649630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BD7C7AA0-6F09-2CBC-FB6E-80A394A2906E}"/>
              </a:ext>
            </a:extLst>
          </p:cNvPr>
          <p:cNvSpPr/>
          <p:nvPr/>
        </p:nvSpPr>
        <p:spPr>
          <a:xfrm>
            <a:off x="8965184" y="37581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3B018E8-44B9-05E6-B0F1-18611A072178}"/>
              </a:ext>
            </a:extLst>
          </p:cNvPr>
          <p:cNvSpPr/>
          <p:nvPr/>
        </p:nvSpPr>
        <p:spPr>
          <a:xfrm>
            <a:off x="982472" y="2331720"/>
            <a:ext cx="1600200" cy="960120"/>
          </a:xfrm>
          <a:prstGeom prst="roundRect">
            <a:avLst>
              <a:gd name="adj" fmla="val 5714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130E1FAC-40D3-AB03-50E4-7B69CBEB0DCF}"/>
              </a:ext>
            </a:extLst>
          </p:cNvPr>
          <p:cNvSpPr/>
          <p:nvPr/>
        </p:nvSpPr>
        <p:spPr>
          <a:xfrm>
            <a:off x="1092200" y="242316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{{slide_07b_stage_1}}</a:t>
            </a:r>
            <a:endParaRPr lang="en-US" sz="100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0C855F6D-85C8-EFB9-FD05-62D8FDEAC25E}"/>
              </a:ext>
            </a:extLst>
          </p:cNvPr>
          <p:cNvSpPr/>
          <p:nvPr/>
        </p:nvSpPr>
        <p:spPr>
          <a:xfrm>
            <a:off x="3451352" y="422452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3073D1EF-6B5F-4461-3259-46F56700F718}"/>
              </a:ext>
            </a:extLst>
          </p:cNvPr>
          <p:cNvSpPr/>
          <p:nvPr/>
        </p:nvSpPr>
        <p:spPr>
          <a:xfrm>
            <a:off x="3561080" y="4315968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{{slide_07b_stage_2}}</a:t>
            </a:r>
            <a:endParaRPr lang="en-US" sz="100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645CF4C8-27BB-A1E2-F787-9E6EC04FB79B}"/>
              </a:ext>
            </a:extLst>
          </p:cNvPr>
          <p:cNvSpPr/>
          <p:nvPr/>
        </p:nvSpPr>
        <p:spPr>
          <a:xfrm>
            <a:off x="5920232" y="23317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34226098-5392-ABDB-69CA-3587716A9D81}"/>
              </a:ext>
            </a:extLst>
          </p:cNvPr>
          <p:cNvSpPr/>
          <p:nvPr/>
        </p:nvSpPr>
        <p:spPr>
          <a:xfrm>
            <a:off x="6029960" y="242316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{{slide_07b_stage_3}}</a:t>
            </a:r>
            <a:endParaRPr lang="en-US" sz="1000" dirty="0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5F4B0AAC-5465-3391-57F7-5BBF1FB19553}"/>
              </a:ext>
            </a:extLst>
          </p:cNvPr>
          <p:cNvSpPr/>
          <p:nvPr/>
        </p:nvSpPr>
        <p:spPr>
          <a:xfrm>
            <a:off x="8389112" y="4224528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BB90912E-6BEF-BB02-69C6-711FB3DA2E96}"/>
              </a:ext>
            </a:extLst>
          </p:cNvPr>
          <p:cNvSpPr/>
          <p:nvPr/>
        </p:nvSpPr>
        <p:spPr>
          <a:xfrm>
            <a:off x="8498840" y="4315968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{{slide_07b_stage_4}}</a:t>
            </a:r>
            <a:endParaRPr lang="en-US" sz="10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C7B5944A-4FA2-9CA3-DBAC-25F5D973C698}"/>
              </a:ext>
            </a:extLst>
          </p:cNvPr>
          <p:cNvSpPr/>
          <p:nvPr/>
        </p:nvSpPr>
        <p:spPr>
          <a:xfrm>
            <a:off x="804672" y="55595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{{slide_07b_timeline_</a:t>
            </a:r>
            <a:r>
              <a:rPr lang="en-US" sz="650" i="1">
                <a:solidFill>
                  <a:srgbClr val="999999"/>
                </a:solidFill>
                <a:latin typeface="Arial" pitchFamily="34" charset="0"/>
                <a:cs typeface="Arial" pitchFamily="34" charset="-120"/>
              </a:rPr>
              <a:t>note}}</a:t>
            </a:r>
            <a:endParaRPr lang="en-US" sz="650" i="1" dirty="0">
              <a:solidFill>
                <a:srgbClr val="999999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EEC5910-CA6E-A0C1-832D-561EF737E315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TIMELINE_PAGE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44619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202D-A333-8A30-2E9F-123F0C20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D3A899B-8018-AAAB-7CF8-64CC211CA953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080" imgH="5080" progId="TCLayout.ActiveDocument.1">
                  <p:embed/>
                </p:oleObj>
              </mc:Choice>
              <mc:Fallback>
                <p:oleObj name="think-cell 幻灯片" r:id="rId3" imgW="5080" imgH="508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3A899B-8018-AAAB-7CF8-64CC211CA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B0F0C13-21F3-B76F-5932-EF240FC9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5240"/>
            <a:ext cx="9180000" cy="681990"/>
          </a:xfrm>
        </p:spPr>
        <p:txBody>
          <a:bodyPr vert="horz" rIns="91440">
            <a:noAutofit/>
          </a:bodyPr>
          <a:lstStyle/>
          <a:p>
            <a:r>
              <a:rPr lang="en-US" altLang="zh-CN" dirty="0">
                <a:sym typeface="Arial" panose="020B0604020202020204" pitchFamily="34" charset="0"/>
              </a:rPr>
              <a:t>{{slide_08_title}}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4C6B0C-F370-8CF1-015D-78271A91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DB304BB-86A6-2652-EFE5-39A83B345915}"/>
              </a:ext>
            </a:extLst>
          </p:cNvPr>
          <p:cNvSpPr/>
          <p:nvPr/>
        </p:nvSpPr>
        <p:spPr>
          <a:xfrm>
            <a:off x="952500" y="95097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488">
              <a:buNone/>
            </a:pP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</a:t>
            </a:r>
            <a:r>
              <a:rPr lang="en-US" altLang="zh-CN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400" dirty="0">
                <a:solidFill>
                  <a:srgbClr val="4E6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_takeaway}}</a:t>
            </a:r>
            <a:endParaRPr lang="en-US" sz="1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51B2A13-5682-E3A9-9985-5B9DF1E1D290}"/>
              </a:ext>
            </a:extLst>
          </p:cNvPr>
          <p:cNvSpPr/>
          <p:nvPr/>
        </p:nvSpPr>
        <p:spPr>
          <a:xfrm>
            <a:off x="804672" y="64465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6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74D04D7-84BF-09C4-691B-565E97C40FA8}"/>
              </a:ext>
            </a:extLst>
          </p:cNvPr>
          <p:cNvSpPr/>
          <p:nvPr/>
        </p:nvSpPr>
        <p:spPr>
          <a:xfrm>
            <a:off x="1216152" y="64465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{{slide_08_source_footer}}</a:t>
            </a:r>
            <a:endParaRPr lang="en-US" sz="65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0284E51A-B199-B02D-68DC-AEC768D445AD}"/>
              </a:ext>
            </a:extLst>
          </p:cNvPr>
          <p:cNvSpPr/>
          <p:nvPr/>
        </p:nvSpPr>
        <p:spPr>
          <a:xfrm>
            <a:off x="786384" y="1426464"/>
            <a:ext cx="4709160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C8011E85-4C7C-6CDE-E1C1-8376D26708F1}"/>
              </a:ext>
            </a:extLst>
          </p:cNvPr>
          <p:cNvSpPr/>
          <p:nvPr/>
        </p:nvSpPr>
        <p:spPr>
          <a:xfrm>
            <a:off x="877824" y="1481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ATTRACTIVENESS</a:t>
            </a:r>
            <a:endParaRPr lang="en-US" sz="68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95946E55-FD7D-8D9F-FC99-A23B530BE2C1}"/>
              </a:ext>
            </a:extLst>
          </p:cNvPr>
          <p:cNvSpPr/>
          <p:nvPr/>
        </p:nvSpPr>
        <p:spPr>
          <a:xfrm>
            <a:off x="786384" y="1426464"/>
            <a:ext cx="4709160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9D3C559B-6C54-12B8-0AAC-7B37F7D0248C}"/>
              </a:ext>
            </a:extLst>
          </p:cNvPr>
          <p:cNvSpPr/>
          <p:nvPr/>
        </p:nvSpPr>
        <p:spPr>
          <a:xfrm>
            <a:off x="896112" y="1655064"/>
            <a:ext cx="448970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{{slide_08_left_panel}}</a:t>
            </a:r>
            <a:endParaRPr lang="en-US" sz="10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A1D54348-3055-A857-544C-EF3BBCFF1EB5}"/>
              </a:ext>
            </a:extLst>
          </p:cNvPr>
          <p:cNvSpPr/>
          <p:nvPr/>
        </p:nvSpPr>
        <p:spPr>
          <a:xfrm>
            <a:off x="5632704" y="1426464"/>
            <a:ext cx="5870448" cy="1280160"/>
          </a:xfrm>
          <a:prstGeom prst="roundRect">
            <a:avLst>
              <a:gd name="adj" fmla="val 3571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49CD5444-BB0A-35AE-8DFD-F149D3A63F1A}"/>
              </a:ext>
            </a:extLst>
          </p:cNvPr>
          <p:cNvSpPr/>
          <p:nvPr/>
        </p:nvSpPr>
        <p:spPr>
          <a:xfrm>
            <a:off x="5724144" y="1481328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POSITIONING</a:t>
            </a:r>
            <a:endParaRPr lang="en-US" sz="68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9E1226DA-4238-79F7-E675-7265B0DEDD53}"/>
              </a:ext>
            </a:extLst>
          </p:cNvPr>
          <p:cNvSpPr/>
          <p:nvPr/>
        </p:nvSpPr>
        <p:spPr>
          <a:xfrm>
            <a:off x="5632704" y="1426464"/>
            <a:ext cx="5870448" cy="4114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0EAA534E-0643-3120-C666-D28038ACEFA9}"/>
              </a:ext>
            </a:extLst>
          </p:cNvPr>
          <p:cNvSpPr/>
          <p:nvPr/>
        </p:nvSpPr>
        <p:spPr>
          <a:xfrm>
            <a:off x="5742432" y="1655064"/>
            <a:ext cx="565099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{{slide_08_right_top}}</a:t>
            </a:r>
            <a:endParaRPr lang="en-US" sz="10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F2D6BA84-ADB6-C43F-3BF4-ECCC8BEE3DD2}"/>
              </a:ext>
            </a:extLst>
          </p:cNvPr>
          <p:cNvSpPr/>
          <p:nvPr/>
        </p:nvSpPr>
        <p:spPr>
          <a:xfrm>
            <a:off x="5632704" y="2816352"/>
            <a:ext cx="587044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1C1BC809-6322-289B-240D-3575F48C8429}"/>
              </a:ext>
            </a:extLst>
          </p:cNvPr>
          <p:cNvSpPr/>
          <p:nvPr/>
        </p:nvSpPr>
        <p:spPr>
          <a:xfrm>
            <a:off x="5724144" y="2871216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INDUSTRY CHANGES BENEFITING TARGET</a:t>
            </a:r>
            <a:endParaRPr lang="en-US" sz="68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58096540-4594-F377-EB4F-FCEB544242A8}"/>
              </a:ext>
            </a:extLst>
          </p:cNvPr>
          <p:cNvSpPr/>
          <p:nvPr/>
        </p:nvSpPr>
        <p:spPr>
          <a:xfrm>
            <a:off x="5632704" y="2816352"/>
            <a:ext cx="587044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5609F886-1B12-8ADA-C3B6-6F3D50842F3F}"/>
              </a:ext>
            </a:extLst>
          </p:cNvPr>
          <p:cNvSpPr/>
          <p:nvPr/>
        </p:nvSpPr>
        <p:spPr>
          <a:xfrm>
            <a:off x="5742432" y="3044952"/>
            <a:ext cx="565099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{{slide_08_right_mid}}</a:t>
            </a:r>
            <a:endParaRPr lang="en-US" sz="1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AB061D5F-BAD0-952B-FFF3-30C981D0D5A3}"/>
              </a:ext>
            </a:extLst>
          </p:cNvPr>
          <p:cNvSpPr/>
          <p:nvPr/>
        </p:nvSpPr>
        <p:spPr>
          <a:xfrm>
            <a:off x="5632704" y="4407408"/>
            <a:ext cx="5870448" cy="1664208"/>
          </a:xfrm>
          <a:prstGeom prst="roundRect">
            <a:avLst>
              <a:gd name="adj" fmla="val 2747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D7E4710-0B66-F628-F106-26E6A306F26F}"/>
              </a:ext>
            </a:extLst>
          </p:cNvPr>
          <p:cNvSpPr/>
          <p:nvPr/>
        </p:nvSpPr>
        <p:spPr>
          <a:xfrm>
            <a:off x="5724144" y="4462272"/>
            <a:ext cx="5687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DD QUESTIONS</a:t>
            </a:r>
            <a:endParaRPr lang="en-US" sz="68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159A164D-64A1-BB91-D758-4414EE3CD1B3}"/>
              </a:ext>
            </a:extLst>
          </p:cNvPr>
          <p:cNvSpPr/>
          <p:nvPr/>
        </p:nvSpPr>
        <p:spPr>
          <a:xfrm>
            <a:off x="5632704" y="4407408"/>
            <a:ext cx="5870448" cy="411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6E8CA37E-CAEE-BD5F-19AA-5F25BF2E9580}"/>
              </a:ext>
            </a:extLst>
          </p:cNvPr>
          <p:cNvSpPr/>
          <p:nvPr/>
        </p:nvSpPr>
        <p:spPr>
          <a:xfrm>
            <a:off x="5742432" y="4636008"/>
            <a:ext cx="565099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{{slide_08_right_bottom}}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1F58ACC-3F71-75DA-CA7C-08201146F5D7}"/>
              </a:ext>
            </a:extLst>
          </p:cNvPr>
          <p:cNvSpPr/>
          <p:nvPr/>
        </p:nvSpPr>
        <p:spPr>
          <a:xfrm>
            <a:off x="502920" y="73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key_takeaways_for_target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A729AEA-95A4-EDBD-2FC2-310B82C6A0E0}"/>
              </a:ext>
            </a:extLst>
          </p:cNvPr>
          <p:cNvSpPr/>
          <p:nvPr/>
        </p:nvSpPr>
        <p:spPr>
          <a:xfrm>
            <a:off x="10104120" y="1097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CDDD9CF2-8371-3C9F-29E8-0FDE3D938356}"/>
              </a:ext>
            </a:extLst>
          </p:cNvPr>
          <p:cNvSpPr/>
          <p:nvPr/>
        </p:nvSpPr>
        <p:spPr>
          <a:xfrm>
            <a:off x="4251960" y="731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TRANSACTION_IMPLICATION_PAGE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4150276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1040</Words>
  <Application>Microsoft Macintosh PowerPoint</Application>
  <PresentationFormat>宽屏</PresentationFormat>
  <Paragraphs>188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think-cell 幻灯片</vt:lpstr>
      <vt:lpstr>{{slide_01_title}}</vt:lpstr>
      <vt:lpstr>{{slide_02a_title}}</vt:lpstr>
      <vt:lpstr>{{slide_02b_title}}</vt:lpstr>
      <vt:lpstr>{{slide_03_title}}</vt:lpstr>
      <vt:lpstr>{{slide_04_title}}</vt:lpstr>
      <vt:lpstr>{{slide_05_title}}</vt:lpstr>
      <vt:lpstr>{{slide_06a_title}}</vt:lpstr>
      <vt:lpstr>{{slide_06b_title}}</vt:lpstr>
      <vt:lpstr>{{slide_07a_title}}</vt:lpstr>
      <vt:lpstr>{{slide_07b_title}}</vt:lpstr>
      <vt:lpstr>{{slide_08_title}}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2026-05-21T04:50:53Z</dcterms:created>
  <dcterms:modified xsi:type="dcterms:W3CDTF">2026-05-25T06:39:26Z</dcterms:modified>
</cp:coreProperties>
</file>